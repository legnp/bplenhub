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CF366-76FC-4286-AB07-F0686D8AB7A5}" v="276" dt="2026-02-16T21:51:53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9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ndra Lencinna" userId="a5263ad85f0b2806" providerId="LiveId" clId="{98FD5DBF-2EB7-42AC-9DE0-32C319A0E0AB}"/>
    <pc:docChg chg="custSel addSld modSld">
      <pc:chgData name="Lisandra Lencinna" userId="a5263ad85f0b2806" providerId="LiveId" clId="{98FD5DBF-2EB7-42AC-9DE0-32C319A0E0AB}" dt="2026-02-16T21:51:53.647" v="356" actId="14100"/>
      <pc:docMkLst>
        <pc:docMk/>
      </pc:docMkLst>
      <pc:sldChg chg="addSp delSp modSp new mod">
        <pc:chgData name="Lisandra Lencinna" userId="a5263ad85f0b2806" providerId="LiveId" clId="{98FD5DBF-2EB7-42AC-9DE0-32C319A0E0AB}" dt="2026-02-16T21:51:53.647" v="356" actId="14100"/>
        <pc:sldMkLst>
          <pc:docMk/>
          <pc:sldMk cId="92800300" sldId="256"/>
        </pc:sldMkLst>
        <pc:spChg chg="del">
          <ac:chgData name="Lisandra Lencinna" userId="a5263ad85f0b2806" providerId="LiveId" clId="{98FD5DBF-2EB7-42AC-9DE0-32C319A0E0AB}" dt="2026-02-16T21:13:39.177" v="1" actId="478"/>
          <ac:spMkLst>
            <pc:docMk/>
            <pc:sldMk cId="92800300" sldId="256"/>
            <ac:spMk id="2" creationId="{111EC573-8BAF-BAC4-AA7D-DBFDCDB6EB02}"/>
          </ac:spMkLst>
        </pc:spChg>
        <pc:spChg chg="del">
          <ac:chgData name="Lisandra Lencinna" userId="a5263ad85f0b2806" providerId="LiveId" clId="{98FD5DBF-2EB7-42AC-9DE0-32C319A0E0AB}" dt="2026-02-16T21:13:39.177" v="1" actId="478"/>
          <ac:spMkLst>
            <pc:docMk/>
            <pc:sldMk cId="92800300" sldId="256"/>
            <ac:spMk id="3" creationId="{E6657444-AADA-9A48-108D-C32ECBC017F4}"/>
          </ac:spMkLst>
        </pc:spChg>
        <pc:spChg chg="add">
          <ac:chgData name="Lisandra Lencinna" userId="a5263ad85f0b2806" providerId="LiveId" clId="{98FD5DBF-2EB7-42AC-9DE0-32C319A0E0AB}" dt="2026-02-16T21:30:51.009" v="2"/>
          <ac:spMkLst>
            <pc:docMk/>
            <pc:sldMk cId="92800300" sldId="256"/>
            <ac:spMk id="4" creationId="{514DDC6B-BB02-E5BF-F6E7-7CF2F243DFC5}"/>
          </ac:spMkLst>
        </pc:spChg>
        <pc:spChg chg="add mod ord">
          <ac:chgData name="Lisandra Lencinna" userId="a5263ad85f0b2806" providerId="LiveId" clId="{98FD5DBF-2EB7-42AC-9DE0-32C319A0E0AB}" dt="2026-02-16T21:31:41.969" v="9" actId="167"/>
          <ac:spMkLst>
            <pc:docMk/>
            <pc:sldMk cId="92800300" sldId="256"/>
            <ac:spMk id="7" creationId="{76E1D7AC-1160-6056-EF9B-AC3D8ED5A61B}"/>
          </ac:spMkLst>
        </pc:spChg>
        <pc:spChg chg="add">
          <ac:chgData name="Lisandra Lencinna" userId="a5263ad85f0b2806" providerId="LiveId" clId="{98FD5DBF-2EB7-42AC-9DE0-32C319A0E0AB}" dt="2026-02-16T21:32:51.452" v="10"/>
          <ac:spMkLst>
            <pc:docMk/>
            <pc:sldMk cId="92800300" sldId="256"/>
            <ac:spMk id="8" creationId="{9489A7D7-9353-1AAB-E5E5-A2D1BAE7C67C}"/>
          </ac:spMkLst>
        </pc:spChg>
        <pc:spChg chg="add">
          <ac:chgData name="Lisandra Lencinna" userId="a5263ad85f0b2806" providerId="LiveId" clId="{98FD5DBF-2EB7-42AC-9DE0-32C319A0E0AB}" dt="2026-02-16T21:32:57.168" v="11"/>
          <ac:spMkLst>
            <pc:docMk/>
            <pc:sldMk cId="92800300" sldId="256"/>
            <ac:spMk id="9" creationId="{0844B900-F4C4-9CF2-DB3A-18D638A5260E}"/>
          </ac:spMkLst>
        </pc:spChg>
        <pc:spChg chg="add mod">
          <ac:chgData name="Lisandra Lencinna" userId="a5263ad85f0b2806" providerId="LiveId" clId="{98FD5DBF-2EB7-42AC-9DE0-32C319A0E0AB}" dt="2026-02-16T21:51:53.647" v="356" actId="14100"/>
          <ac:spMkLst>
            <pc:docMk/>
            <pc:sldMk cId="92800300" sldId="256"/>
            <ac:spMk id="10" creationId="{AF067029-C47E-71E7-6DCF-2414DAF357CF}"/>
          </ac:spMkLst>
        </pc:spChg>
        <pc:spChg chg="add mod">
          <ac:chgData name="Lisandra Lencinna" userId="a5263ad85f0b2806" providerId="LiveId" clId="{98FD5DBF-2EB7-42AC-9DE0-32C319A0E0AB}" dt="2026-02-16T21:41:02.798" v="85"/>
          <ac:spMkLst>
            <pc:docMk/>
            <pc:sldMk cId="92800300" sldId="256"/>
            <ac:spMk id="11" creationId="{63A456B4-682F-CE06-D3FE-8A6BA94D6F23}"/>
          </ac:spMkLst>
        </pc:spChg>
        <pc:spChg chg="add mod">
          <ac:chgData name="Lisandra Lencinna" userId="a5263ad85f0b2806" providerId="LiveId" clId="{98FD5DBF-2EB7-42AC-9DE0-32C319A0E0AB}" dt="2026-02-16T21:51:53.647" v="356" actId="14100"/>
          <ac:spMkLst>
            <pc:docMk/>
            <pc:sldMk cId="92800300" sldId="256"/>
            <ac:spMk id="12" creationId="{61197AFE-CB6B-CBAF-221C-58546C6D2E6B}"/>
          </ac:spMkLst>
        </pc:spChg>
        <pc:spChg chg="add mod">
          <ac:chgData name="Lisandra Lencinna" userId="a5263ad85f0b2806" providerId="LiveId" clId="{98FD5DBF-2EB7-42AC-9DE0-32C319A0E0AB}" dt="2026-02-16T21:51:53.647" v="356" actId="14100"/>
          <ac:spMkLst>
            <pc:docMk/>
            <pc:sldMk cId="92800300" sldId="256"/>
            <ac:spMk id="13" creationId="{120BA694-17BE-D497-424A-AA91E4A9D8E9}"/>
          </ac:spMkLst>
        </pc:spChg>
        <pc:spChg chg="add mod">
          <ac:chgData name="Lisandra Lencinna" userId="a5263ad85f0b2806" providerId="LiveId" clId="{98FD5DBF-2EB7-42AC-9DE0-32C319A0E0AB}" dt="2026-02-16T21:51:53.647" v="356" actId="14100"/>
          <ac:spMkLst>
            <pc:docMk/>
            <pc:sldMk cId="92800300" sldId="256"/>
            <ac:spMk id="14" creationId="{575D1B97-B96B-2648-D401-AF97DD14B535}"/>
          </ac:spMkLst>
        </pc:spChg>
        <pc:spChg chg="add mod">
          <ac:chgData name="Lisandra Lencinna" userId="a5263ad85f0b2806" providerId="LiveId" clId="{98FD5DBF-2EB7-42AC-9DE0-32C319A0E0AB}" dt="2026-02-16T21:51:53.647" v="356" actId="14100"/>
          <ac:spMkLst>
            <pc:docMk/>
            <pc:sldMk cId="92800300" sldId="256"/>
            <ac:spMk id="15" creationId="{450E9039-BB01-59F9-2833-204A3E7CFD56}"/>
          </ac:spMkLst>
        </pc:spChg>
        <pc:picChg chg="add mod">
          <ac:chgData name="Lisandra Lencinna" userId="a5263ad85f0b2806" providerId="LiveId" clId="{98FD5DBF-2EB7-42AC-9DE0-32C319A0E0AB}" dt="2026-02-16T21:31:17.573" v="6" actId="962"/>
          <ac:picMkLst>
            <pc:docMk/>
            <pc:sldMk cId="92800300" sldId="256"/>
            <ac:picMk id="6" creationId="{DDA39F2B-0465-6600-B9F4-931CFFD691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C188F-2784-3744-EBF8-D53C7C652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3E7B06-37E6-C777-408C-589682295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6FE84A-6D8F-B606-771A-6C3B8EDC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2C6E1-8DD2-C09C-B18B-185CBDF0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3984FC-D6C8-A7FD-BEF8-1DFED433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46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0E414-9601-C1F3-013B-5D8353A6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C39A6E-709B-5495-F98F-FAA7417F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B11F48-D32E-4E97-A6E2-D7DEEC8F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CEF8DE-9AC0-87BF-43CF-1FD680DF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4C66DF-A943-2BF5-BBF1-35250F40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401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76A34-67CB-5C90-4026-77EDF108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F1AF8D-977F-566B-1199-D8C124B2E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7AA110-B0C6-3913-1D52-8D445E58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DB24A9-4E33-73CC-3648-A49EAEDA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855EC6-05B4-6ECD-9D7E-7013E588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04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083B0-944A-2250-A5EB-07988481B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5D7470-4FBE-1AD4-DD9B-1D63A51DB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851F10-9D19-C445-BE6D-71E77A6BD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E918BB-72B7-704F-8147-8A3057302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9723AC-63FD-067C-1357-E683A309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7C0E4F-06B6-77D0-B21A-AB049C6A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838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BF1E3-D28B-A41C-8645-6AC9839E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B8CEF9-B3EA-16A1-5614-38198C072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F56037-7015-6AEA-8EFA-42C573FD7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5DF73F-B4A2-267A-050C-F3AF619D4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FCB817-225A-D14E-3438-10D6EB251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45CA6F-5DC8-F159-E41E-99351AEF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909F30-5E89-699B-EB6B-BE14D143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F2F1693-ED94-C1C9-B9CB-52C49378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87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187FE-E7E5-9916-19E8-89F951B3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7C2F73-CA2D-1E8D-BE8B-5776FEAE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8B6FFE7-BEFD-ACCD-12BE-4D3B3737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E109E2-FDC6-14D7-1A6C-B5C4E450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26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B3FD3F4-A898-0E44-2D50-67210CF7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66B252-2410-4895-63E1-3544B6E0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7E05DA-1D48-10E7-E128-759678A8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907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E49E5-12B3-6735-15A5-45E24A6CB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108013-6594-3141-8468-14BBFB01A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0F7290-7BC7-B6CA-DECF-FF94BD409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7900EB-B49E-7F53-66D4-ED9EC4BD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3AECBC-B655-A927-C3B0-711F91AF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FFFFDC-1810-7E9C-B7F2-429EB8AB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76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73C4A-90BB-E944-D563-A548A96A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0F44DF8-13F1-96A5-1321-4DAA714AB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ACDE4F-92A4-594F-A6B6-F2B725DF8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9E2291-CA3D-889D-69D1-62D2D269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7E9F10-0731-01F2-4A9D-0DD783E7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3BEDA0-631B-47E2-34B2-6E7C120F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25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2AFA9-05BF-760F-F6B9-698331452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D7CB31-591D-DBD7-69EF-D4C06E21C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C1B3F1-DD35-F3AF-A08B-84558F82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5B9F6E-3811-F941-BBEC-D89068B4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40466E-D55C-52C2-A098-4C86C866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58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27A75A-7FEF-2016-7897-40E0579B4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B7E55C-8F47-E9ED-9296-62FA4A446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FACFBD-AFF3-0E6D-D54E-C7F0531D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59AF03-C538-7076-D6C4-CB86F611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ECA3BF-C7F8-B0AD-103F-AB821039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64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48132F9-AE90-C0E6-FA1E-32295A23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42428E-174D-EA8C-C9B4-48FF667BA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35BC6C-6D02-1A94-6855-A8655430A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B88DD-C093-4114-8B24-CA52D487695C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64B1FB-6206-D4A0-10EC-55C4D5FD4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CFC7E4-96B6-CF0D-B975-A12288B01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B0895-7BFB-4697-8BD4-85AA360FB5B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77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6E1D7AC-1160-6056-EF9B-AC3D8ED5A6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DDA39F2B-0465-6600-B9F4-931CFFD69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AF067029-C47E-71E7-6DCF-2414DAF35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201463"/>
            <a:ext cx="2394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2008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Empreendedorismo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rgbClr val="F4F4F8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(Familiar)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1197AFE-CB6B-CBAF-221C-58546C6D2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713" y="3293663"/>
            <a:ext cx="2394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2013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Projetos Educacionais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(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Gov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, SP, Henfil, Itaú)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20BA694-17BE-D497-424A-AA91E4A9D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225" y="2214163"/>
            <a:ext cx="2394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2016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Inteligência de Mercado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 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(IDC, H.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Strattner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)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575D1B97-B96B-2648-D401-AF97DD14B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735" y="3296346"/>
            <a:ext cx="2394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400" dirty="0">
                <a:solidFill>
                  <a:srgbClr val="F4F4F8"/>
                </a:solidFill>
                <a:latin typeface="Inter"/>
              </a:rPr>
              <a:t>2019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rgbClr val="F4F4F8"/>
              </a:solidFill>
              <a:effectLst/>
              <a:latin typeface="Inter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RH e DHO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rgbClr val="F4F4F8"/>
              </a:solidFill>
              <a:effectLst/>
              <a:latin typeface="Inter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(Acer, Samsung,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Smart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Beauty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)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450E9039-BB01-59F9-2833-204A3E7CF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0" y="2196600"/>
            <a:ext cx="2394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400" dirty="0">
                <a:solidFill>
                  <a:srgbClr val="F4F4F8"/>
                </a:solidFill>
                <a:latin typeface="Inter"/>
              </a:rPr>
              <a:t>2025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rgbClr val="F4F4F8"/>
              </a:solidFill>
              <a:effectLst/>
              <a:latin typeface="Inter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LENS </a:t>
            </a:r>
            <a:r>
              <a:rPr kumimoji="0" lang="pt-BR" altLang="pt-BR" sz="1400" b="1" i="0" u="none" strike="noStrike" cap="none" normalizeH="0" baseline="0" dirty="0" err="1">
                <a:ln>
                  <a:noFill/>
                </a:ln>
                <a:solidFill>
                  <a:srgbClr val="F4F4F8"/>
                </a:solidFill>
                <a:effectLst/>
                <a:latin typeface="Inter"/>
              </a:rPr>
              <a:t>Partner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003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Lisandra Lencinna</dc:creator>
  <cp:lastModifiedBy>Lisandra Lencinna</cp:lastModifiedBy>
  <cp:revision>1</cp:revision>
  <dcterms:created xsi:type="dcterms:W3CDTF">2026-02-16T21:13:35Z</dcterms:created>
  <dcterms:modified xsi:type="dcterms:W3CDTF">2026-02-16T21:52:04Z</dcterms:modified>
</cp:coreProperties>
</file>